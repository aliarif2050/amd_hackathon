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4655" cy="109728"/>
          </a:xfrm>
          <a:prstGeom prst="rect">
            <a:avLst/>
          </a:prstGeom>
          <a:solidFill>
            <a:srgbClr val="E84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8401C"/>
                </a:solidFill>
                <a:latin typeface="Calibri"/>
              </a:rPr>
              <a:t>AMD DEVELOPER HACKATHON — 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AstraRoute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B4BCCD"/>
                </a:solidFill>
                <a:latin typeface="Calibri"/>
              </a:rPr>
              <a:t>General-Purpose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984248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Model Routing   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7208" y="4160520"/>
            <a:ext cx="1883664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Fireworks AI   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4160520"/>
            <a:ext cx="12801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Docker   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4160520"/>
            <a:ext cx="1883664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Token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263640"/>
            <a:ext cx="3200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b="0" i="0" dirty="0">
                <a:solidFill>
                  <a:srgbClr val="B4BCCD"/>
                </a:solidFill>
                <a:latin typeface="Calibri"/>
              </a:rPr>
              <a:t>Team: [Muhammad Ali Arif &amp;Sara Arif / </a:t>
            </a:r>
            <a:r>
              <a:rPr lang="en-US" sz="1200" b="0" i="0" dirty="0" err="1">
                <a:solidFill>
                  <a:srgbClr val="B4BCCD"/>
                </a:solidFill>
                <a:latin typeface="Calibri"/>
              </a:rPr>
              <a:t>choatic_team</a:t>
            </a:r>
            <a:r>
              <a:rPr lang="en-US" sz="1200" b="0" i="0" dirty="0">
                <a:solidFill>
                  <a:srgbClr val="B4BCCD"/>
                </a:solidFill>
                <a:latin typeface="Calibri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E84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9611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000" b="1">
                <a:solidFill>
                  <a:srgbClr val="E8401C"/>
                </a:solidFill>
                <a:latin typeface="Calibri"/>
              </a:rPr>
              <a:t>—  </a:t>
            </a:r>
            <a:r>
              <a:rPr sz="2000">
                <a:solidFill>
                  <a:srgbClr val="FFFFFF"/>
                </a:solidFill>
                <a:latin typeface="Calibri"/>
              </a:rPr>
              <a:t>LLM tasks vary wildly — code, math, sentiment, factual, reasoning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000" b="1">
                <a:solidFill>
                  <a:srgbClr val="E8401C"/>
                </a:solidFill>
                <a:latin typeface="Calibri"/>
              </a:rPr>
              <a:t>—  </a:t>
            </a:r>
            <a:r>
              <a:rPr sz="2000">
                <a:solidFill>
                  <a:srgbClr val="FFFFFF"/>
                </a:solidFill>
                <a:latin typeface="Calibri"/>
              </a:rPr>
              <a:t>Sending every task to the largest model wastes tokens and money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000" b="1">
                <a:solidFill>
                  <a:srgbClr val="E8401C"/>
                </a:solidFill>
                <a:latin typeface="Calibri"/>
              </a:rPr>
              <a:t>—  </a:t>
            </a:r>
            <a:r>
              <a:rPr sz="2000">
                <a:solidFill>
                  <a:srgbClr val="FFFFFF"/>
                </a:solidFill>
                <a:latin typeface="Calibri"/>
              </a:rPr>
              <a:t>Hackathon scoring penalizes excess token usage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000" b="1">
                <a:solidFill>
                  <a:srgbClr val="E8401C"/>
                </a:solidFill>
                <a:latin typeface="Calibri"/>
              </a:rPr>
              <a:t>—  </a:t>
            </a:r>
            <a:r>
              <a:rPr sz="2000">
                <a:solidFill>
                  <a:srgbClr val="FFFFFF"/>
                </a:solidFill>
                <a:latin typeface="Calibri"/>
              </a:rPr>
              <a:t>Need: smart routing that maximizes accuracy while minimizing 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AstraRoute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E84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035040" cy="5074920"/>
          </a:xfrm>
          <a:prstGeom prst="roundRect">
            <a:avLst>
              <a:gd name="adj" fmla="val 5000"/>
            </a:avLst>
          </a:prstGeom>
          <a:solidFill>
            <a:srgbClr val="14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4864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Input JSON (tasks)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  Task Classifier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(8 categories: code, math,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sentiment, NER, summary,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factual, reasoning, general)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+-------------------+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401C"/>
                </a:solidFill>
                <a:latin typeface="Consolas"/>
              </a:rPr>
              <a:t>  |  Local Solver?    |--YES--&gt; Answer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E8401C"/>
                </a:solidFill>
                <a:latin typeface="Consolas"/>
              </a:rPr>
              <a:t>  +-------------------+         (0 tokens)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| NO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   Model Router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(best allowed model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per task type)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   Fireworks AI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(MiniMax M3, Kimi K2, Gemma 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   Output JSON (results)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691640"/>
            <a:ext cx="47091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400"/>
              </a:spcAft>
            </a:pPr>
            <a:r>
              <a:rPr sz="1650" b="1">
                <a:solidFill>
                  <a:srgbClr val="E8401C"/>
                </a:solidFill>
                <a:latin typeface="Calibri"/>
              </a:rPr>
              <a:t>—  </a:t>
            </a:r>
            <a:r>
              <a:rPr sz="1650">
                <a:solidFill>
                  <a:srgbClr val="FFFFFF"/>
                </a:solidFill>
                <a:latin typeface="Calibri"/>
              </a:rPr>
              <a:t>Deterministic solvers handle math &amp; clear-cut sentiment — zero API cost</a:t>
            </a:r>
          </a:p>
          <a:p>
            <a:pPr algn="l">
              <a:lnSpc>
                <a:spcPct val="120000"/>
              </a:lnSpc>
              <a:spcAft>
                <a:spcPts val="2400"/>
              </a:spcAft>
            </a:pPr>
            <a:r>
              <a:rPr sz="1650" b="1">
                <a:solidFill>
                  <a:srgbClr val="E8401C"/>
                </a:solidFill>
                <a:latin typeface="Calibri"/>
              </a:rPr>
              <a:t>—  </a:t>
            </a:r>
            <a:r>
              <a:rPr sz="1650">
                <a:solidFill>
                  <a:srgbClr val="FFFFFF"/>
                </a:solidFill>
                <a:latin typeface="Calibri"/>
              </a:rPr>
              <a:t>Router picks cheapest capable model per task type</a:t>
            </a:r>
          </a:p>
          <a:p>
            <a:pPr algn="l">
              <a:lnSpc>
                <a:spcPct val="120000"/>
              </a:lnSpc>
              <a:spcAft>
                <a:spcPts val="2400"/>
              </a:spcAft>
            </a:pPr>
            <a:r>
              <a:rPr sz="1650" b="1">
                <a:solidFill>
                  <a:srgbClr val="E8401C"/>
                </a:solidFill>
                <a:latin typeface="Calibri"/>
              </a:rPr>
              <a:t>—  </a:t>
            </a:r>
            <a:r>
              <a:rPr sz="1650">
                <a:solidFill>
                  <a:srgbClr val="FFFFFF"/>
                </a:solidFill>
                <a:latin typeface="Calibri"/>
              </a:rPr>
              <a:t>404-aware fallback chain — retries next allowed model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Built for the Grading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E84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332720" cy="4846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Reads /input/tasks.json → writes /output/results.json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Docker image: linux/amd64, ≤10 GB, exits with code 0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All config via env vars: FIREWORKS_API_KEY, FIREWORKS_BASE_URL, ALLOWED_MODELS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Never hardcodes API keys or model IDs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Always filters chosen model against runtime ALLOWED_MODELS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Per-task fallback: “Unable to determine.” — batch never crashes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E8401C"/>
                </a:solidFill>
                <a:latin typeface="Calibri"/>
              </a:rPr>
              <a:t>✓  </a:t>
            </a:r>
            <a:r>
              <a:rPr sz="1800">
                <a:solidFill>
                  <a:srgbClr val="FFFFFF"/>
                </a:solidFill>
                <a:latin typeface="Calibri"/>
              </a:rPr>
              <a:t>55 unit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Winning on Both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38100"/>
          </a:xfrm>
          <a:prstGeom prst="rect">
            <a:avLst/>
          </a:prstGeom>
          <a:solidFill>
            <a:srgbClr val="E84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14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14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8401C"/>
                </a:solidFill>
                <a:latin typeface="Calibri"/>
              </a:rPr>
              <a:t>Gate 1 —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5720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E8401C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Binary LLM-judge threshold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E8401C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Must pass to be ranked at all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E8401C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Local solvers improve accuracy on deterministic tasks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E8401C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temperature=0 on all model calls for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8401C"/>
                </a:solidFill>
                <a:latin typeface="Calibri"/>
              </a:rPr>
              <a:t>Gate 2 — Token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E8401C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Among passing submissions, ranked ascending by Fireworks token count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E8401C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Fewer tokens = higher rank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E8401C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Local math + sentiment solvers = 0 tokens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E8401C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Concise prompts, short max_tokens caps per task type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E8401C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Single-call policy — no runaway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1E1414"/>
          </a:solidFill>
          <a:ln w="12700">
            <a:solidFill>
              <a:srgbClr val="E84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1">
                <a:solidFill>
                  <a:srgbClr val="E8401C"/>
                </a:solidFill>
                <a:latin typeface="Calibri"/>
              </a:rPr>
              <a:t>“Work solved locally costs zero tokens. Token rank wins the leaderboard.”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417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Arif</cp:lastModifiedBy>
  <cp:revision>2</cp:revision>
  <dcterms:created xsi:type="dcterms:W3CDTF">2013-01-27T09:14:16Z</dcterms:created>
  <dcterms:modified xsi:type="dcterms:W3CDTF">2026-07-09T17:45:50Z</dcterms:modified>
  <cp:category/>
</cp:coreProperties>
</file>